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9A2F7"/>
                </a:solidFill>
              </a:rPr>
              <a:t>DSADojo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0F0F0"/>
                </a:solidFill>
              </a:rPr>
              <a:t>Elite Tactical DSA Practice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System Prototype &amp; Technical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rgbClr val="888888"/>
                </a:solidFill>
              </a:rPr>
              <a:t>Prathmesh Raghuvanshi</a:t>
            </a:r>
            <a:r>
              <a:rPr sz="1300" b="0" i="0" dirty="0">
                <a:solidFill>
                  <a:srgbClr val="888888"/>
                </a:solidFill>
              </a:rPr>
              <a:t>  |  </a:t>
            </a:r>
            <a:r>
              <a:rPr lang="en-US" sz="1300" dirty="0">
                <a:solidFill>
                  <a:srgbClr val="888888"/>
                </a:solidFill>
              </a:rPr>
              <a:t>23FE10ITE00092</a:t>
            </a:r>
            <a:r>
              <a:rPr sz="1300" b="0" i="0" dirty="0">
                <a:solidFill>
                  <a:srgbClr val="888888"/>
                </a:solidFill>
              </a:rPr>
              <a:t> |  Manipal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The Problem: Static Learning Fatigue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Why existing platforms fail serious learners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" cy="4572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A2F7"/>
                </a:solidFill>
              </a:rPr>
              <a:t>Mindless Grind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Users solve hundreds of problems without understanding their actual weaknesses.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36576" cy="4572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A2F7"/>
                </a:solidFill>
              </a:rPr>
              <a:t>No Real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614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Isolated practice misses the competitive, high-stakes environment of actual interviews.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36576" cy="4572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A2F7"/>
                </a:solidFill>
              </a:rPr>
              <a:t>Binary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Platforms show pass/fail only — never explaining the 'Why?' behind a logic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36576" cy="4572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A2F7"/>
                </a:solidFill>
              </a:rPr>
              <a:t>High Drop-Off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Repetitive, static platforms lead to user burnout and loss of motivation.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The Solution: DSADojo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Three core pillars that transform DSA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4297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56616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9A2F7"/>
                </a:solidFill>
              </a:rPr>
              <a:t>Real-Time
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0"/>
                </a:solidFill>
              </a:rPr>
              <a:t>Topic-segmented matchmaking using Socket.io to create live 1v1 coding duels.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4297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9A2F7"/>
                </a:solidFill>
              </a:rPr>
              <a:t>AI Mentor
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0"/>
                </a:solidFill>
              </a:rPr>
              <a:t>Google Gemini delivers tactical conceptual hints — never the solution.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566160" cy="4297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56616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9A2F7"/>
                </a:solidFill>
              </a:rPr>
              <a:t>Brutalist
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0"/>
                </a:solidFill>
              </a:rPr>
              <a:t>Monaco IDE in an immersive, full-focus environment to maximize retention.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Full-stack microservice-oriented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37744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554480"/>
            <a:ext cx="365760" cy="36576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React + Vite + TailwindCSS V4 + Framer Motion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237744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Backend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560320"/>
            <a:ext cx="365760" cy="36576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F0F0"/>
                </a:solidFill>
              </a:rPr>
              <a:t>Node.js + Express + Socket.io  (REST &amp; WebSocket gateway)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237744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566160"/>
            <a:ext cx="365760" cy="36576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0F0F0"/>
                </a:solidFill>
              </a:rPr>
              <a:t>Supabase</a:t>
            </a:r>
            <a:r>
              <a:rPr sz="1300" b="0" i="0" dirty="0">
                <a:solidFill>
                  <a:srgbClr val="F0F0F0"/>
                </a:solidFill>
              </a:rPr>
              <a:t> (PostgreSQL) + Prisma ORM for ELO and proficiency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237744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Matchmaking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4572000"/>
            <a:ext cx="365760" cy="36576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F0F0"/>
                </a:solidFill>
              </a:rPr>
              <a:t>In-memory queues; designed for Redis ZSET scaling by rating band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237744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AI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5577840"/>
            <a:ext cx="365760" cy="36576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0" y="5440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Google Gemini 2.5 Flash — secured prompt-engineered mentor persona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Matchmaking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Real-time topic-based pairing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1. User selects a DSA topic (Graphs, Arrays, DP, Trees, etc.)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2. Backend adds user to a topic-specific Socket.io queue.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3. Server scans for a second player in the same topic and ELO band.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4. On match: isolated room is created, both sockets join.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4340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5. An algorithmic problem is dispensed and the countdown begins.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7492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0109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6. First user to reach ACCEPTED status wins the match.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806440"/>
            <a:ext cx="320040" cy="320040"/>
          </a:xfrm>
          <a:prstGeom prst="rect">
            <a:avLst/>
          </a:prstGeom>
          <a:solidFill>
            <a:srgbClr val="B9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742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7. ELO scores update; results written to Supabase 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AI Mentor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Contextual diagnostics powered by Google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A2F7"/>
                </a:solidFill>
              </a:rPr>
              <a:t>[ Trigger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Activates on every 'Wrong Answer' submission event.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1133856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A2F7"/>
                </a:solidFill>
              </a:rPr>
              <a:t>[ Engine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Google Gemini 2.5 Flash via secure backend API proxy.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1133856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A2F7"/>
                </a:solidFill>
              </a:rPr>
              <a:t>[ Prompt Design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00400"/>
            <a:ext cx="8961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F0F0"/>
                </a:solidFill>
              </a:rPr>
              <a:t>identifies syntax errors or provides one conceptual hint.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1133856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A2F7"/>
                </a:solidFill>
              </a:rPr>
              <a:t>[ Anti-Shortcut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148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System prompt explicitly forbids providing the full solution under any circumstances.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1133856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A2F7"/>
                </a:solidFill>
              </a:rPr>
              <a:t>[ Fallback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029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Graceful offline handling if the API key is missing or rate-limited.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32120"/>
            <a:ext cx="1133856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Operational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Live ELO tracking, AI insights, match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Real-Time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Live matchmaking queue and opponent pairing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pic>
        <p:nvPicPr>
          <p:cNvPr id="7" name="Picture 6" descr="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Brutalist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Monaco IDE integrated with the AI Mentor hint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pic>
        <p:nvPicPr>
          <p:cNvPr id="7" name="Picture 6" descr="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A2F7"/>
                </a:solidFill>
              </a:rPr>
              <a:t>Implementation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Key deliverables completed during PBL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TACTICAL OPERATION: DSADojo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926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A2F7"/>
                </a:solidFill>
              </a:rPr>
              <a:t>Requirement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3898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Identified critical pain points vs. platforms like LeetCode.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926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A2F7"/>
                </a:solidFill>
              </a:rPr>
              <a:t>UI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128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Designed Tactical Dashboard, Arena, and Workspace components.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2926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A2F7"/>
                </a:solidFill>
              </a:rPr>
              <a:t>WebSocket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358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Built the Socket.io matchmaking lifecycle end-to-end.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40"/>
            <a:ext cx="2926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58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A2F7"/>
                </a:solidFill>
              </a:rPr>
              <a:t>AI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587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Integrated the Gemini-powered mentor feedback loop.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2926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A2F7"/>
                </a:solidFill>
              </a:rPr>
              <a:t>Database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81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Designed Prisma schema for ELO, proficiency, and match history.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94960"/>
            <a:ext cx="2926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504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A2F7"/>
                </a:solidFill>
              </a:rPr>
              <a:t>End-to-End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5046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Full prototype running; matchmaking and AI Mentor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9A2F7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828800"/>
            <a:ext cx="137160" cy="13716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Successfully transformed solo DSA practice into an engaging, competitive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606040"/>
            <a:ext cx="137160" cy="13716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Built a scalable real-time infrastructure using WebSockets and an AI diagnostic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383280"/>
            <a:ext cx="137160" cy="13716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3246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Proven that an immersive UI/UX significantly improves user focus and session duration.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160520"/>
            <a:ext cx="137160" cy="13716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Integrated Google Gemini as an intelligent 'tactical mentor' — a first-of-its-kind approach.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B9A2F7"/>
                </a:solidFill>
              </a:rPr>
              <a:t>Elite Practice. Tactical Logic. Mission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606</Words>
  <Application>Microsoft Office PowerPoint</Application>
  <PresentationFormat>Custom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[BTECH-006-2023-24] PRATHMESH RAGHUVANSHI</cp:lastModifiedBy>
  <cp:revision>2</cp:revision>
  <dcterms:created xsi:type="dcterms:W3CDTF">2013-01-27T09:14:16Z</dcterms:created>
  <dcterms:modified xsi:type="dcterms:W3CDTF">2026-04-16T07:10:07Z</dcterms:modified>
  <cp:category/>
</cp:coreProperties>
</file>